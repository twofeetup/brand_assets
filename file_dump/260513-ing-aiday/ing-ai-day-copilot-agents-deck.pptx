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41409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286000"/>
            <a:ext cx="8229600" cy="8229600"/>
          </a:xfrm>
          <a:prstGeom prst="ellipse">
            <a:avLst/>
          </a:prstGeom>
          <a:solidFill>
            <a:srgbClr val="8ED8F8">
              <a:alpha val="20000"/>
            </a:srgbClr>
          </a:solidFill>
          <a:ln/>
        </p:spPr>
      </p:sp>
      <p:pic>
        <p:nvPicPr>
          <p:cNvPr id="4" name="Image 0" descr="https://twofeetup.github.io/Brand_Assets/logos/TwoFeetUp_Full_Logo_Diapositief_Wit_For_da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48640"/>
            <a:ext cx="18288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Agents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&amp; Advanced Prompts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Forget prompt engineering. Start a conversation.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73B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Wouter van den Bijgaart  •  TwoFeetUp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YOU'RE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By 15:30, you will leave with three things.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05200" cy="32918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3505200" cy="9144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working agent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286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Named, with custom instructions and at least one knowledge file. Built by you. Ready to use Monday.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8160" y="2377440"/>
            <a:ext cx="3505200" cy="32918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328160" y="2377440"/>
            <a:ext cx="3505200" cy="9144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26974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48200" y="365760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Preferences set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8200" y="4480560"/>
            <a:ext cx="286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Configured once, applied to every Copilot conversation forever. The single highest-leverage 5 minutes of today.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2377440"/>
            <a:ext cx="3505200" cy="32918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2377440"/>
            <a:ext cx="3505200" cy="9144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17" name="Text 15"/>
          <p:cNvSpPr/>
          <p:nvPr/>
        </p:nvSpPr>
        <p:spPr>
          <a:xfrm>
            <a:off x="8427720" y="26974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27720" y="365760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new mindset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27720" y="4480560"/>
            <a:ext cx="286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Stop writing prompts. State your goal, let the agent interview you. The shift from craft to conversation.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1  •  THE 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you were taught vs what actually works.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64008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Old paradigm  ·  2024 thinking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New paradigm  ·  day-to-day reality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the perfect prompt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743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State your goal, let the agent ask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lead, AI executes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4290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4290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leads, you answer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148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skill is in the prompt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1148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skill is in noticing drift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00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Frustrating to learn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48006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800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Natural, like talking to a smart intern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Necessary for 100-user agents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54864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Overkill for one customer email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14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D8F8"/>
          </a:solidFill>
          <a:ln w="12700">
            <a:solidFill>
              <a:srgbClr val="8ED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5486400" cy="5486400"/>
          </a:xfrm>
          <a:prstGeom prst="ellipse">
            <a:avLst/>
          </a:prstGeom>
          <a:solidFill>
            <a:srgbClr val="8ED8F8">
              <a:alpha val="25000"/>
            </a:srgbClr>
          </a:solidFill>
          <a:ln/>
        </p:spPr>
      </p:sp>
      <p:pic>
        <p:nvPicPr>
          <p:cNvPr id="4" name="Image 0" descr="https://twofeetup.github.io/Brand_Assets/logos/TwoFeetUp_Full_Logo_Diapositief_Wit_For_da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9880" y="320040"/>
            <a:ext cx="13716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972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8503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Forget prompt engineering.</a:t>
            </a:r>
            <a:endParaRPr lang="en-US" sz="4200" dirty="0"/>
          </a:p>
          <a:p>
            <a:pPr indent="0" marL="0">
              <a:buNone/>
            </a:pP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State your goal. State your task.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Then let the agent </a:t>
            </a:r>
            <a:pPr indent="0" marL="0">
              <a:buNone/>
            </a:pPr>
            <a:r>
              <a:rPr lang="en-US" sz="4200" i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interview you.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5486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Prompt engineering is end-game craft. For 95% of your Tuesday morning, you don't need 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2  •  THE NEW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ingredients. One conversation.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5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822960" cy="82296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DOEL  ·  the why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Context that doesn't change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298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"I am preparing a stakeholder update for the Channels tribe leadership about Q3 sales performance."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2920" y="2194560"/>
            <a:ext cx="3535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7240" y="2468880"/>
            <a:ext cx="822960" cy="82296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13" name="Text 11"/>
          <p:cNvSpPr/>
          <p:nvPr/>
        </p:nvSpPr>
        <p:spPr>
          <a:xfrm>
            <a:off x="458724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87240" y="347472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TAAK  ·  the what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87240" y="379476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specific deliverable today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87240" y="4663440"/>
            <a:ext cx="298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"I need a 3-slide deck outline."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7200" y="2194560"/>
            <a:ext cx="3535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1520" y="2468880"/>
            <a:ext cx="822960" cy="82296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19" name="Text 17"/>
          <p:cNvSpPr/>
          <p:nvPr/>
        </p:nvSpPr>
        <p:spPr>
          <a:xfrm>
            <a:off x="8351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351520" y="347472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OPEN VRAGEN  ·  invite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51520" y="379476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Tell the agent to interview you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51520" y="4663440"/>
            <a:ext cx="298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"Before you start, ask me the 5 most important questions you need answered to make this excellent."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3  •  PERSOONLIJKE VOORKEUREN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once. Applied to every Copilot conversation forever.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Your role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"Channels manager at ING Consumer NL"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 context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788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"Tribe-based delivery, daily M365 user, 4-person squad"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74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Tone preferences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474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"Direct, scannable, NL+EN bilingual, banking jargon ok"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605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 preferences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4160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"Bullets over prose, numbered lists, max 200 words"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46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4846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"No corporate fluff. No 'as an AI...'. Always cite my files."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18320" y="2103120"/>
            <a:ext cx="2194560" cy="338328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min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today.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18320" y="4389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Years of payoff.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Settings  &gt;  Personal Preferences  &gt;  fill in, save, done.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4  •  CUSTOM INSTRUCTIONS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 preferences vs Custom Instructions.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640080"/>
          </a:xfrm>
          <a:prstGeom prst="rect">
            <a:avLst/>
          </a:prstGeom>
          <a:solidFill>
            <a:srgbClr val="8ED8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Persoonlijke voorkeuren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Instructions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Applies to EVERY Copilot interaction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743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Applies to ONE specific 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204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About you as a person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52044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5204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About the agent's specific job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"I am Wouter, I prefer bullets"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"You are Bram the brief-builder. Always ask 3 questions first."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74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in Settings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074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in Agent Builder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0881360" cy="45720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 preferences is about you. Custom Instructions is about the colleague you're hiring.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D8F8"/>
          </a:solidFill>
          <a:ln w="12700">
            <a:solidFill>
              <a:srgbClr val="8ED8F8"/>
            </a:solidFill>
            <a:prstDash val="solid"/>
          </a:ln>
        </p:spPr>
      </p:sp>
      <p:pic>
        <p:nvPicPr>
          <p:cNvPr id="3" name="Image 0" descr="https://twofeetup.github.io/Brand_Assets/logos/TwoFeetUp_Full_Logo_Diapositief_Wit_For_da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9880" y="320040"/>
            <a:ext cx="13716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5  •  THE COPILOT INTEGRATION STORY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Seven features that make the difference.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Slash references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OneDrive &amp; SharePoint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3" name="Text 10"/>
          <p:cNvSpPr/>
          <p:nvPr/>
        </p:nvSpPr>
        <p:spPr>
          <a:xfrm>
            <a:off x="36118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1188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 vs Web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1188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Toggle, top of chat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9224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App-to-app handoff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Teams → Outlook → Word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9828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7260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23" name="Text 20"/>
          <p:cNvSpPr/>
          <p:nvPr/>
        </p:nvSpPr>
        <p:spPr>
          <a:xfrm>
            <a:off x="9372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37260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7260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Collaborative editable docs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897380" y="429768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71700" y="457200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28" name="Text 25"/>
          <p:cNvSpPr/>
          <p:nvPr/>
        </p:nvSpPr>
        <p:spPr>
          <a:xfrm>
            <a:off x="21717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♪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2171700" y="5303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171700" y="5669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 WisprFlow as a stretch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77740" y="429768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52060" y="457200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33" name="Text 30"/>
          <p:cNvSpPr/>
          <p:nvPr/>
        </p:nvSpPr>
        <p:spPr>
          <a:xfrm>
            <a:off x="50520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⏱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052060" y="5303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Schedule Prompts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052060" y="5669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 weekly, auto-write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658100" y="429768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932420" y="457200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38" name="Text 35"/>
          <p:cNvSpPr/>
          <p:nvPr/>
        </p:nvSpPr>
        <p:spPr>
          <a:xfrm>
            <a:off x="793242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⌕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932420" y="5303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Deep Research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932420" y="5669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Multi-step, cited reports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5.1  •  SLASH 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Type / and pull any file into the chat.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Files, people, meetings. The fastest way to ground Copilot in your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Works in OneDrive and SharePoint.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Does NOT work for Orangesharing or The Forge.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That's a roadmap issue, not a Copilot bug.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Pair with /meeting recaps for instant follow-up drafts.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"Summarise /Q3-tribe-update.pptx for me."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14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D8F8"/>
          </a:solidFill>
          <a:ln w="12700">
            <a:solidFill>
              <a:srgbClr val="8ED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5486400" cy="5486400"/>
          </a:xfrm>
          <a:prstGeom prst="ellipse">
            <a:avLst/>
          </a:prstGeom>
          <a:solidFill>
            <a:srgbClr val="8ED8F8">
              <a:alpha val="25000"/>
            </a:srgbClr>
          </a:solidFill>
          <a:ln/>
        </p:spPr>
      </p:sp>
      <p:pic>
        <p:nvPicPr>
          <p:cNvPr id="4" name="Image 0" descr="https://twofeetup.github.io/Brand_Assets/logos/TwoFeetUp_Full_Logo_Diapositief_Wit_For_da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9880" y="320040"/>
            <a:ext cx="13716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5.2  •  THE HEADLINE DEMO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Teams meeting to follow-up email in 90 seconds.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051560" y="2377440"/>
            <a:ext cx="310896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0160" y="2971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Open a recent meeting with transcription 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 rot="5400000">
            <a:off x="4206240" y="3154680"/>
            <a:ext cx="274320" cy="274320"/>
          </a:xfrm>
          <a:prstGeom prst="rtTriangle">
            <a:avLst/>
          </a:prstGeom>
          <a:solidFill>
            <a:srgbClr val="FAA61A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377440"/>
            <a:ext cx="310896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2971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"Summarise this meeting and draft a follow-up email to all attendees."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rot="5400000">
            <a:off x="7680960" y="3154680"/>
            <a:ext cx="274320" cy="274320"/>
          </a:xfrm>
          <a:prstGeom prst="rtTriangle">
            <a:avLst/>
          </a:prstGeom>
          <a:solidFill>
            <a:srgbClr val="FAA61A"/>
          </a:solidFill>
          <a:ln/>
        </p:spPr>
      </p:sp>
      <p:sp>
        <p:nvSpPr>
          <p:cNvPr id="15" name="Shape 12"/>
          <p:cNvSpPr/>
          <p:nvPr/>
        </p:nvSpPr>
        <p:spPr>
          <a:xfrm>
            <a:off x="8001000" y="2377440"/>
            <a:ext cx="310896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OUTLOOK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2971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writes the email in Outlook. You review, edit, send.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4937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90 seconds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54864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 what used to take 15 minutes.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5.3  •  COPILOT PAGES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Stop copying Copilot output to Word.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Pages turns chat output into a collaborative document that keeps adapting.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click: 'Open this in Pages'.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Edit inline. Copilot keeps refining alongside.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Share a link with the squad. Co-edit in real time.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End of the copy-paste-to-Word cycle.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"Open this draft in Pages and add a section on Q3 risks."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5.4  •  VOICE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Talk. Copilot listens.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fastest input method most people never try.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Microphone icon in Copilot Chat.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Dictate the goal + task + open vragen out loud.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transcribes and executes.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Stretch tool: WisprFlow dictates 3x faster than typing.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37667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12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WisprFlow is a separate productivity stack add-on.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Try it: dictate your next email draft instead of typing 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5.5  •  SCHEDULE PROMPTS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prompt that runs itself, every Monday.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Tribe rituals automated. Outputs land in Pages while you sleep.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"Every Monday 08:00, summarise last week's customer feedback emails."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Combine with Pages: outputs auto-write into a living doc.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cases: daily team brief, weekly trend monitor, monthly tribe report.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the schedule once, retire the recurring chore.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Demo: set up a Monday-morning Channels brief in 60 seconds.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5.6  •  DEEP RESEARCH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Multi-step research, with citations.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Microsoft's pre-built Deep Researcher agent. The closest thing to hiring a junior analyst.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"Build me a competitive analysis on [X] with citations."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Multi-step web research, structured report back.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Slow: minutes, not seconds. Plan for the wait.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 move: kick it off before a break, return to the result with the room.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Today: trigger one before the 11:00 break. We read it together after.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6  •  BUILD YOUR AI-COLLEGA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60 minutes. One named agent. Ready Monday.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Pick a task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20+ min, weekly, that you'd teach a junior.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05740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 with alliteration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Bram the Brief-builder. Lara the Lead-qualifier.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05740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New 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Chat → New agent.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Instructions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Role · Tone · Rules · Opening behavior.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370332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393192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Knowledge files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4617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to 3 files from OneDrive or SharePoint.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8458200" y="393192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4400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Test, fail, iterate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4617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test prompts. Fix where it breaks.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0881360" cy="502920"/>
          </a:xfrm>
          <a:prstGeom prst="rect">
            <a:avLst/>
          </a:prstGeom>
          <a:solidFill>
            <a:srgbClr val="FAA61A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623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Hard stop at minute 50: agents in their current shape are good enough. Stop polishing, start using.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7  •  HOUD HET LEVEND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habits to keep the momentum.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05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505200" cy="64008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Share successes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a prompt or agent works well, drop it in the AI-bibliotheek on Teams.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Prompts that worked  ·  Custom Instructions to copy  ·  Concrete output examples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8160" y="2194560"/>
            <a:ext cx="3505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8160" y="2194560"/>
            <a:ext cx="3505200" cy="64008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2480" y="30175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Monthly AI-moment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2480" y="365760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minutes in the tribe stand-up. One question: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02480" y="49377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"What did you discover this month?"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680" y="2194560"/>
            <a:ext cx="3505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680" y="2194560"/>
            <a:ext cx="3505200" cy="640080"/>
          </a:xfrm>
          <a:prstGeom prst="rect">
            <a:avLst/>
          </a:prstGeom>
          <a:solidFill>
            <a:srgbClr val="41409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82000" y="30175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Experiment &amp; have fun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82000" y="365760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everything works first try. The best discoveries come from trying.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82000" y="49377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Pin the AI-bibliotheek as a tab in Teams. Make it easy to add to.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you take home today.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8424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Copilot is and where to find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5603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new pattern: Doel + Taak + Open vragen.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6440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 preferences set, Custom Instructions understood.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Seven Copilot features that integrate across your work.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54456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How to build, name, and live with an AI-collega.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0881360" cy="777240"/>
          </a:xfrm>
          <a:prstGeom prst="rect">
            <a:avLst/>
          </a:prstGeom>
          <a:solidFill>
            <a:srgbClr val="F1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32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sentence each, round the room: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852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"My agent is called [name]. It does [task]. The next thing I'll try is [thing]."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743200"/>
            <a:ext cx="7315200" cy="7315200"/>
          </a:xfrm>
          <a:prstGeom prst="ellipse">
            <a:avLst/>
          </a:prstGeom>
          <a:solidFill>
            <a:srgbClr val="41409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8229600" cy="8229600"/>
          </a:xfrm>
          <a:prstGeom prst="ellipse">
            <a:avLst/>
          </a:prstGeom>
          <a:solidFill>
            <a:srgbClr val="8ED8F8">
              <a:alpha val="20000"/>
            </a:srgbClr>
          </a:solidFill>
          <a:ln/>
        </p:spPr>
      </p:sp>
      <p:pic>
        <p:nvPicPr>
          <p:cNvPr id="4" name="Image 0" descr="https://twofeetup.github.io/Brand_Assets/logos/TwoFeetUp_Full_Logo_Diapositief_Wit_For_dark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48640"/>
            <a:ext cx="18288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KICKER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10881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came in on Tinder with Copilot.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B4B0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prompt. Hoping.</a:t>
            </a: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 skipped Excel and went straight to a conversation.</a:t>
            </a: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now have one specialist on your team.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Hire the next one tomorrow.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73B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Wouter van den Bijgaart  ·  wouter@twofeetup.com  ·  twofeetup.com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Agents &amp; Advanced Prompts - ING AI Day</dc:title>
  <dc:subject>ING AI Day, 13 May 2026</dc:subject>
  <dc:creator>Wouter van den Bijgaart / TwoFeetUp</dc:creator>
  <cp:lastModifiedBy>Wouter van den Bijgaart / TwoFeetUp</cp:lastModifiedBy>
  <cp:revision>1</cp:revision>
  <dcterms:created xsi:type="dcterms:W3CDTF">2026-05-12T21:30:11Z</dcterms:created>
  <dcterms:modified xsi:type="dcterms:W3CDTF">2026-05-12T21:30:11Z</dcterms:modified>
</cp:coreProperties>
</file>